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53e994a-8671-90af-b3d8-642333bc5da8}">
          <p14:sldIdLst>
            <p14:sldId id="256"/>
            <p14:sldId id="257"/>
            <p14:sldId id="258"/>
          </p14:sldIdLst>
        </p14:section>
        <p14:section name="1부 데이터시트 검색" id="{b8f1c99a-418e-ced1-93d8-30a087687c2e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부 프로젝트 관리" id="{6fd87374-0c30-8070-ee28-e15eecaac126}">
          <p14:sldIdLst>
            <p14:sldId id="265"/>
          </p14:sldIdLst>
        </p14:section>
        <p14:section name="3부 문서 관리" id="{de2f804c-574b-8a4e-9041-e19e0eb4c1bd}">
          <p14:sldIdLst>
            <p14:sldId id="266"/>
          </p14:sldIdLst>
        </p14:section>
        <p14:section name="마무리" id="{c31783bb-f1ad-8e03-6c25-9d223b9f6ce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자기소개서 2번에 쓴 두 경험과 평소 문서를 관리하는 방식입니다. 데이터시트 검색 도구, IDEC 회로설계 프로젝트, 그리고 노션 대신 직접 만든 문서 관리 화면입니다. 세 작업 모두 AI 에 일을 맡기기 전에 결과를 받아들일 기준을 먼저 정했고, 그 기준을 눈이 아니라 검사로 확인했습니다. 첫 번째는 허브 보드를 설계하면서 실제로 겪은 문제에서 출발한 도구입니다. 핵심은 많이 찾는 것이 아니라 틀린 근거로 답하지 않는 것입니다. 시연은 ZIP 맨 위의 시연.html 로 보여 드립니다. 설치 없이 브라우저만으로 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작업 모두 같은 순서였습니다. 기준을 먼저 쓰고, AI 로 구현하고, 결과는 검사로 받아들였습니다.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전부 스크립트 출력에서 가져왔습니다. 전수 검사와 기준값 결정은 API 키 없이 누구나 다시 돌려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CH334U 와 CH334R 은 같은 표의 바로 옆 칸입니다. 검색이 CH334R 의 QSOP16 을 근거로 가져오면 핀 배치가 통째로 틀립니다. 13종에는 주변 부품 두 개와 패키지 코드 하나가 섞여 있다는 점도 먼저 말씀드립니다.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검색기는 점수가 낮아도 상위 5개를 돌려줍니다. 처음에는 그걸 그대로 넘겨서, 없는 사양을 설명하는 답이 나왔습니다. 그래서 순서를 바꿨습니다. 답할 조건을 먼저 정하고 나서 모델을 붙였습니다.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주황색 세 단계가 답하지 않을 조건입니다. 품번이 다르거나, 품번이 문서에 없거나, 묻는 대상이 근거에 없으면 모델을 부르지 않습니다. 시연 화면도 이 일곱 단계를 그대로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정답이 있는 질문만 넣으면 기준을 낮출수록 성적이 좋아집니다. 그래서 문서에 없는 질문 10개를 같이 넣었습니다. 점수로는 AEC-Q100 질문을 막을 수 없었고, 질문 용어가 근거에 실제로 나오는지를 보니 두 집단이 넓게 갈렸습니다. 38문항으로 정한 값이라 새 질문 유형에서는 다시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검색과 판정 기준은 고정하고 답변 모델만 바꿨습니다. 클라우드 모델 Fable 5.1 은 스크립트까지 준비했고 비용 때문에 실행하지 못했습니다. 대신 무료 로컬 모델 두 개로 같은 절차를 끝까지 돌렸습니다. 정답률 하나로 고르면 결론이 뒤집혀서, 유형별로 그리고 엄격 기준으로 나눠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검색기 하나로 어느 부품이든 질문은 받습니다. 답하는 것은 데이터시트를 등록한 부품뿐이고, 나머지는 등록되지 않았다고 답합니다. 근거가 없으면 답하지 않는다는 원칙을 부품 범위에도 그대로 적용했습니다.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자소서 2번의 두 번째 경험입니다. 2인 팀이라 관리할 사람이 따로 없어서, 운영 규격을 한 번 제대로 써서 Claude 에 지시문으로 줬습니다. 형식과 완료 기준을 먼저 정해 두니 작업 51개가 모두 같은 형식과 숫자로 된 완료 조건을 갖췄습니다. 작업 목록은 스크립트로 Plane 에 올리면서 모호한 완료 조건이 없는지 검사했습니다.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노션은 정해진 블록과 데이터베이스 안에서만 화면을 만들 수 있어서, 프로젝트 파일에 있는 값은 옮겨 적어야 했고 옮겨 적은 값은 금방 어긋났습니다. 제 일에 맞춘 화면을 직접 만드는 것이 가장 효율적인데, 예전에는 그 비용이 컸습니다. 지금은 구조와 규칙만 정하면 구현은 Claude 로 하루 안에 끝납니다. 데이터는 제 PC 의 파일이고 페이지는 외부로 요청을 보내지 않습니다. 다만 만드는 동안 Claude 가 작업 폴더를 읽는 것은 맞습니다. 그래서 보안은 저장과 열람이 PC 안에서 끝나고, 밖으로 내보낼 범위를 스크립트가 정한다는 뜻으로 말씀드립니다.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사내 문서는 외부 API 로 보내지 않고 로컬 모델로 돌리는 구성도 이미 해 봤습니다. 자료를 찾고 정리하는 부담을 줄이고, 회로 성능과 검증 결과 해석에 시간을 쓰려는 것이 목적입니다. 한계는 숨기지 않고 다음 단계로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4048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5D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사전과제  |  허윤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LG디스플레이 AX 전형 사전과제  |  자기소개서 2번 항목  |  허윤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 맡기기 전에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받아들일 기준을 먼저 정했다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4048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 데이터시트 검색 도구: 근거가 부족하면 언어모델을 부르지 않는다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5D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 IDEC 프로젝트 관리: 운영 규격을 지시문으로 주고 Plane 으로 작업을 관리한다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5D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 로컬 문서 관리: 노션 대신 직접 만든 화면, 데이터는 내 PC 에만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작업, 같은 방식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32785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정한 기준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기준을 확인한 방법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1부 데이터시트 검색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변종의 근거는 쓰지 않는다. 근거가 부족하면 답하지 않는다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품번 13종별로 게이트를 통과한 청크 1,000건 전수 검사, 평가셋 38문항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2부 프로젝트 관리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규격을 직접 써서 Claude 에 지시문으로 준다. “동작 확인” 같은 모호한 완료 조건 금지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51개에 측정 가능한 완료 조건 280개. Plane 에 등록하기 전에 스크립트로 검사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3부 문서 관리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정본은 파일 하나. 밖으로 내보낼 범위는 스크립트가 정한다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제출본을 만드는 스크립트가 뺀 페이지의 내용이 남았는지 검사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overview-msg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F1F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5230368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구현은 Claude 로 했다. 무엇을 근거로 인정하고 언제 멈출지, 결과를 받아들일지는 위 검사 결과로 판단했다.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데이터시트 검색 도구: 결과 요약</a:t>
            </a:r>
            <a:endParaRPr lang="en-US" sz="3000" dirty="0"/>
          </a:p>
        </p:txBody>
      </p:sp>
      <p:sp>
        <p:nvSpPr>
          <p:cNvPr id="3" name="stat-0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변종 청크 오통과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13종별 게이트 통과 청크 1,000건 전수 검사</a:t>
            </a:r>
            <a:endParaRPr lang="en-US" sz="1200" dirty="0"/>
          </a:p>
        </p:txBody>
      </p:sp>
      <p:sp>
        <p:nvSpPr>
          <p:cNvPr id="7" name="stat-1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65144" y="16916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25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65144" y="265176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없는 질문 차단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30632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호출 전에 막아 토큰 0</a:t>
            </a:r>
            <a:endParaRPr lang="en-US" sz="1200" dirty="0"/>
          </a:p>
        </p:txBody>
      </p:sp>
      <p:sp>
        <p:nvSpPr>
          <p:cNvPr id="11" name="stat-2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07328" y="16916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28/28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65176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페이지 검색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30632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질문의 기대 페이지가 상위 5개 안 (hit@5)</a:t>
            </a:r>
            <a:endParaRPr lang="en-US" sz="1200" dirty="0"/>
          </a:p>
        </p:txBody>
      </p:sp>
      <p:sp>
        <p:nvSpPr>
          <p:cNvPr id="15" name="stat-3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49511" y="16916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17~21/28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349511" y="265176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엄격 정답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349511" y="30632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4B 모델 2종, 반복 실행 범위. 변종 값 혼입이 남은 과제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</a:t>
            </a:r>
            <a:pPr indent="0" marL="0">
              <a:buNone/>
            </a:pPr>
            <a:r>
              <a:rPr lang="en-US" sz="15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38문항 (정답형 20, 변종 구분 8, 문서에 없음 10). 정답과 출처 페이지는 PDF 원문에서 확인해 tests/evaluation_questions.json 에 함께 적었다.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37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</a:t>
            </a:r>
            <a:pPr indent="0" marL="0">
              <a:buNone/>
            </a:pPr>
            <a:r>
              <a:rPr lang="en-US" sz="15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evaluate.py (전수 검사), python calibrate.py (기준값), python evaluate_answers.py (모델 비교). 앞의 둘은 API 키 없이 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글자 차이가 다른 부품이다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학부연구인턴 중 USB 허브 보드를 설계하며 컨트롤러 CH334U 의 사양을 확인해야 했다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데이터시트 한 권(32쪽)에 CH334/CH335 변종 10종이 함께 실려 있고, 비교표에는 한 페이지에 모두 나온다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접미사 한 글자에 패키지와 핀 배치, 과전류 검출 지원 여부가 바뀐다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내용이 질문한 품번에 적용되는지 가리는 것이 검색보다 먼저였다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5448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과전류 검출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QSOP16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CH334R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안 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QSOP28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CH334U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GANG 모드만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QFN16_3×3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CH334P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안 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QFN28_5×5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CH334H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개별 검출 / GANG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QFN28_4×4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CH335F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독립 / GANG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1-2 (p.4), 3.1 과전류 검출 (p.9)에서 발췌. 페이지는 PDF 쪽 번호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패턴으로 잡힌 문자열은 13종이다. CH334/CH335 변종 10종에 주변 부품 2종(CH213K, CH412K)과 패키지 코드 1종(QFN16C)이 함께 잡힌다. 전수 검사는 13종 모두를 대상으로 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검색은 항상 무언가를 돌려준다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 “CH334U 는 HDMI 2.1 을 지원하는가?”  문서에 HDMI 는 한 번도 나오지 않는다</a:t>
            </a:r>
            <a:endParaRPr lang="en-US" sz="1700" dirty="0"/>
          </a:p>
        </p:txBody>
      </p:sp>
      <p:sp>
        <p:nvSpPr>
          <p:cNvPr id="4" name="before"/>
          <p:cNvSpPr/>
          <p:nvPr/>
        </p:nvSpPr>
        <p:spPr>
          <a:xfrm>
            <a:off x="548640" y="201168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FBED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25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만든 것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7242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관련이 낮은 구간도 상위 5개로 그대로 모델에 넘겼다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인접 구간을 근거처럼 엮어 그럴듯한 답을 만들었다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틀렸는지는 원문을 다시 찾아봐야 알 수 있었다</a:t>
            </a:r>
            <a:endParaRPr lang="en-US" sz="1600" dirty="0"/>
          </a:p>
        </p:txBody>
      </p:sp>
      <p:sp>
        <p:nvSpPr>
          <p:cNvPr id="7" name="after"/>
          <p:cNvSpPr/>
          <p:nvPr/>
        </p:nvSpPr>
        <p:spPr>
          <a:xfrm>
            <a:off x="6278728" y="201168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E8F1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24028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743200"/>
            <a:ext cx="47242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답해도 되는 조건을 먼저 정하고, 못 미치면 모델을 부르지 않는다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질문은 근거에 HDMI 가 없어(용어 비율 0%) 모델을 부르지 않는다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답에 페이지를 붙이고 원문과 다시 대조한다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부르기 전에 세 번 거른다</a:t>
            </a:r>
            <a:endParaRPr lang="en-US" sz="3000" dirty="0"/>
          </a:p>
        </p:txBody>
      </p:sp>
      <p:sp>
        <p:nvSpPr>
          <p:cNvPr id="3" name="step-1"/>
          <p:cNvSpPr/>
          <p:nvPr/>
        </p:nvSpPr>
        <p:spPr>
          <a:xfrm>
            <a:off x="548640" y="1554480"/>
            <a:ext cx="1459513" cy="2743200"/>
          </a:xfrm>
          <a:prstGeom prst="roundRect">
            <a:avLst>
              <a:gd name="adj" fmla="val 5012"/>
            </a:avLst>
          </a:prstGeom>
          <a:solidFill>
            <a:srgbClr val="F3F5F7"/>
          </a:solidFill>
          <a:ln/>
        </p:spPr>
      </p:sp>
      <p:sp>
        <p:nvSpPr>
          <p:cNvPr id="4" name="badge-1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5B616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추출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11394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질문에서 CH334U 같은 품번을 뽑는다</a:t>
            </a:r>
            <a:endParaRPr lang="en-US" sz="1300" dirty="0"/>
          </a:p>
        </p:txBody>
      </p:sp>
      <p:sp>
        <p:nvSpPr>
          <p:cNvPr id="8" name="step-2"/>
          <p:cNvSpPr/>
          <p:nvPr/>
        </p:nvSpPr>
        <p:spPr>
          <a:xfrm>
            <a:off x="2154457" y="1554480"/>
            <a:ext cx="1459513" cy="2743200"/>
          </a:xfrm>
          <a:prstGeom prst="roundRect">
            <a:avLst>
              <a:gd name="adj" fmla="val 5012"/>
            </a:avLst>
          </a:prstGeom>
          <a:solidFill>
            <a:srgbClr val="FBEDE7"/>
          </a:solidFill>
          <a:ln/>
        </p:spPr>
      </p:sp>
      <p:sp>
        <p:nvSpPr>
          <p:cNvPr id="9" name="badge-2"/>
          <p:cNvSpPr/>
          <p:nvPr/>
        </p:nvSpPr>
        <p:spPr>
          <a:xfrm>
            <a:off x="2337337" y="1737360"/>
            <a:ext cx="502920" cy="502920"/>
          </a:xfrm>
          <a:prstGeom prst="ellipse">
            <a:avLst/>
          </a:prstGeom>
          <a:solidFill>
            <a:srgbClr val="D255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37337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337337" y="237744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변종 게이트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37337" y="2834640"/>
            <a:ext cx="11394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변종만 적힌 청크를 뺀다</a:t>
            </a:r>
            <a:endParaRPr lang="en-US" sz="1300" dirty="0"/>
          </a:p>
        </p:txBody>
      </p:sp>
      <p:sp>
        <p:nvSpPr>
          <p:cNvPr id="13" name="step-3"/>
          <p:cNvSpPr/>
          <p:nvPr/>
        </p:nvSpPr>
        <p:spPr>
          <a:xfrm>
            <a:off x="3760274" y="1554480"/>
            <a:ext cx="1459513" cy="2743200"/>
          </a:xfrm>
          <a:prstGeom prst="roundRect">
            <a:avLst>
              <a:gd name="adj" fmla="val 5012"/>
            </a:avLst>
          </a:prstGeom>
          <a:solidFill>
            <a:srgbClr val="F3F5F7"/>
          </a:solidFill>
          <a:ln/>
        </p:spPr>
      </p:sp>
      <p:sp>
        <p:nvSpPr>
          <p:cNvPr id="14" name="badge-3"/>
          <p:cNvSpPr/>
          <p:nvPr/>
        </p:nvSpPr>
        <p:spPr>
          <a:xfrm>
            <a:off x="3943154" y="1737360"/>
            <a:ext cx="502920" cy="502920"/>
          </a:xfrm>
          <a:prstGeom prst="ellipse">
            <a:avLst/>
          </a:prstGeom>
          <a:solidFill>
            <a:srgbClr val="5B61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4315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43154" y="237744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검색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43154" y="2834640"/>
            <a:ext cx="11394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품번은 빼고 내용으로 순위를 매긴다</a:t>
            </a:r>
            <a:endParaRPr lang="en-US" sz="1300" dirty="0"/>
          </a:p>
        </p:txBody>
      </p:sp>
      <p:sp>
        <p:nvSpPr>
          <p:cNvPr id="18" name="step-4"/>
          <p:cNvSpPr/>
          <p:nvPr/>
        </p:nvSpPr>
        <p:spPr>
          <a:xfrm>
            <a:off x="5366091" y="1554480"/>
            <a:ext cx="1459513" cy="2743200"/>
          </a:xfrm>
          <a:prstGeom prst="roundRect">
            <a:avLst>
              <a:gd name="adj" fmla="val 5012"/>
            </a:avLst>
          </a:prstGeom>
          <a:solidFill>
            <a:srgbClr val="FBEDE7"/>
          </a:solidFill>
          <a:ln/>
        </p:spPr>
      </p:sp>
      <p:sp>
        <p:nvSpPr>
          <p:cNvPr id="19" name="badge-4"/>
          <p:cNvSpPr/>
          <p:nvPr/>
        </p:nvSpPr>
        <p:spPr>
          <a:xfrm>
            <a:off x="5548971" y="1737360"/>
            <a:ext cx="502920" cy="502920"/>
          </a:xfrm>
          <a:prstGeom prst="ellipse">
            <a:avLst/>
          </a:prstGeom>
          <a:solidFill>
            <a:srgbClr val="D255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548971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48971" y="237744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게이트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48971" y="2834640"/>
            <a:ext cx="11394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질문한 품번이 문서에 있는지 본다</a:t>
            </a:r>
            <a:endParaRPr lang="en-US" sz="1300" dirty="0"/>
          </a:p>
        </p:txBody>
      </p:sp>
      <p:sp>
        <p:nvSpPr>
          <p:cNvPr id="23" name="step-5"/>
          <p:cNvSpPr/>
          <p:nvPr/>
        </p:nvSpPr>
        <p:spPr>
          <a:xfrm>
            <a:off x="6971908" y="1554480"/>
            <a:ext cx="1459513" cy="2743200"/>
          </a:xfrm>
          <a:prstGeom prst="roundRect">
            <a:avLst>
              <a:gd name="adj" fmla="val 5012"/>
            </a:avLst>
          </a:prstGeom>
          <a:solidFill>
            <a:srgbClr val="FBEDE7"/>
          </a:solidFill>
          <a:ln/>
        </p:spPr>
      </p:sp>
      <p:sp>
        <p:nvSpPr>
          <p:cNvPr id="24" name="badge-5"/>
          <p:cNvSpPr/>
          <p:nvPr/>
        </p:nvSpPr>
        <p:spPr>
          <a:xfrm>
            <a:off x="7154788" y="1737360"/>
            <a:ext cx="502920" cy="502920"/>
          </a:xfrm>
          <a:prstGeom prst="ellipse">
            <a:avLst/>
          </a:prstGeom>
          <a:solidFill>
            <a:srgbClr val="D255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5478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54788" y="237744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충분성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54788" y="2834640"/>
            <a:ext cx="11394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점수와 용어 등장 비율을 본다</a:t>
            </a:r>
            <a:endParaRPr lang="en-US" sz="1300" dirty="0"/>
          </a:p>
        </p:txBody>
      </p:sp>
      <p:sp>
        <p:nvSpPr>
          <p:cNvPr id="28" name="step-6"/>
          <p:cNvSpPr/>
          <p:nvPr/>
        </p:nvSpPr>
        <p:spPr>
          <a:xfrm>
            <a:off x="8577725" y="1554480"/>
            <a:ext cx="1459513" cy="2743200"/>
          </a:xfrm>
          <a:prstGeom prst="roundRect">
            <a:avLst>
              <a:gd name="adj" fmla="val 5012"/>
            </a:avLst>
          </a:prstGeom>
          <a:solidFill>
            <a:srgbClr val="F3F5F7"/>
          </a:solidFill>
          <a:ln/>
        </p:spPr>
      </p:sp>
      <p:sp>
        <p:nvSpPr>
          <p:cNvPr id="29" name="badge-6"/>
          <p:cNvSpPr/>
          <p:nvPr/>
        </p:nvSpPr>
        <p:spPr>
          <a:xfrm>
            <a:off x="8760605" y="1737360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0605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760605" y="237744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호출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760605" y="2834640"/>
            <a:ext cx="11394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통과한 경우에만 부른다</a:t>
            </a:r>
            <a:endParaRPr lang="en-US" sz="1300" dirty="0"/>
          </a:p>
        </p:txBody>
      </p:sp>
      <p:sp>
        <p:nvSpPr>
          <p:cNvPr id="33" name="step-7"/>
          <p:cNvSpPr/>
          <p:nvPr/>
        </p:nvSpPr>
        <p:spPr>
          <a:xfrm>
            <a:off x="10183542" y="1554480"/>
            <a:ext cx="1459513" cy="2743200"/>
          </a:xfrm>
          <a:prstGeom prst="roundRect">
            <a:avLst>
              <a:gd name="adj" fmla="val 5012"/>
            </a:avLst>
          </a:prstGeom>
          <a:solidFill>
            <a:srgbClr val="F3F5F7"/>
          </a:solidFill>
          <a:ln/>
        </p:spPr>
      </p:sp>
      <p:sp>
        <p:nvSpPr>
          <p:cNvPr id="34" name="badge-7"/>
          <p:cNvSpPr/>
          <p:nvPr/>
        </p:nvSpPr>
        <p:spPr>
          <a:xfrm>
            <a:off x="10366422" y="1737360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36642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366422" y="237744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대조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366422" y="2834640"/>
            <a:ext cx="11394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페이지와 수치를 원문과 맞춘다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주황색(2, 4, 5)이 차단 지점. 여기서 막히면 모델을 부르지 않고 “제공된 데이터시트에서 해당 내용을 확인할 수 없습니다” 로 답한다. 토큰 0.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DB 없이 PDF, 청크, BM25 로만 돈다. 같은 질문은 항상 같은 근거와 같은 판정이 나온다.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점수로는 못 막고 용어 비율로는 갈린다</a:t>
            </a:r>
            <a:endParaRPr lang="en-US" sz="3000" dirty="0"/>
          </a:p>
        </p:txBody>
      </p:sp>
      <p:pic>
        <p:nvPicPr>
          <p:cNvPr id="3" name="Image 0" descr="평가셋 질문별 BM25 1위 점수와 용어 등장 비율 분포. 점수로는 두 집단이 겹치고 용어 비율로는 갈린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697" y="1280160"/>
            <a:ext cx="9786301" cy="3886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49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기준만 쓰면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“AEC-Q100 인증” 질문(1위 점수 12.5)이 정답 질문 최저 4.9 보다 높아 다 막을 수 없다.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등장 비율은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질문 최저 1.00, 문서에 없는 질문 최고 0.33. 가운데인 0.67 을 기준으로 하고 점수 기준(2.5)은 보조로 둔다.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평가셋에 모델만 바꿔 올렸다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600200"/>
                <a:gridCol w="1600200"/>
                <a:gridCol w="1234440"/>
                <a:gridCol w="1417320"/>
                <a:gridCol w="1081735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(3회)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엄격 정답 (3회)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변종 구분 (3회)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거절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토큰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시간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gemma3:4b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20~21/28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17~18/28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7/8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11.39초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nemotron-3-nano:4b (사고 끔)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23/28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21/28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4/8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12.78초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98094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엄격 정답: 정답 사실이 있고 원문 대조(인용 페이지, 수치, 거절 문장 혼재)도 통과. 문자열 채점은 모순된 답도 정답으로 세므로 함께 본다.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838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설정으로 3회 돌린 범위. 온도 0 이어도 로컬 모델은 실행 조건에 따라 답이 바뀌었다 (바뀐 문항: gemma3:4b A01).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32504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엄격 정답은 nemotron 이 3회 모두 21/28 로 높지만, 이 도구의 핵심인 변종 구분은 gemma3 가 7/8 로 높다. 정답률 하나로 고르면 결론이 뒤집혀 유형별로 나눠 본다.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nemotron 은 CH334R 패키지를 같은 표 옆 칸의 CH334U 값(QSOP28)으로 답했다. gemma3 는 평가 3회에서는 맞혔지만 시연 화면에서 단독으로 물으면 5회 모두 QSOP28 이었다. 4B 로컬 모델에 같은 표에서 변종 값을 고르는 일을 맡길 수 없다.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부품 전체로: 문서부터 고른다</a:t>
            </a:r>
            <a:endParaRPr lang="en-US" sz="3000" dirty="0"/>
          </a:p>
        </p:txBody>
      </p:sp>
      <p:sp>
        <p:nvSpPr>
          <p:cNvPr id="3" name="route"/>
          <p:cNvSpPr/>
          <p:nvPr/>
        </p:nvSpPr>
        <p:spPr>
          <a:xfrm>
            <a:off x="548640" y="13258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3F5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⓪ 문서 선택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기호는 BOM 으로 품번을 찾는다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U5 → LMR33630ADDAR → 변종 LMR33630A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한 권으로 정해지면 그 안에서만 찾는다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PDF 를 한 색인에 섞으면 점수 분포가 바뀌고 다른 부품 근거가 섞인다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D25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정해지지 않으면 답하지 않는다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부품 이상, 데이터시트 미등록(ESD, 다이오드, 수동 소자), BOM 에 없는 품번, 부품이 없는 질문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문서를 켜고 끈다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권만 켜면 품번 없이 물어도 그 문서에서 찾는다 (변종은 BOM 품번 기준). 꺼진 문서는 검색하지 않는다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371600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규칙은 제조사마다 달라서 문서마다 등록한다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379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06040"/>
                <a:gridCol w="13103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변종을 가르는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변종이 아닌 꼬리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CH334/CH335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접미사 한 글자 (U, R, Q)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TPS2552/53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끝자리 2/3 = EN 극성, -1 = 래치오프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DBV, 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LMR33630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A/B/C = 400 k / 1.4 M / 2.1 MHz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DDA, RNX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TPS7A20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 숫자 = 출력 전압 (33 = 3.3 V)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P, DBV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LM66100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DCK, 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4846320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의 어느 부품이 어느 문서에 대응하는지는 이 규칙이 정한다. 사람이 손으로 잇지 않는다.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 IDEC 프로젝트 관리: 운영 규격을 지시문으로 준다</a:t>
            </a:r>
            <a:endParaRPr lang="en-US" sz="3000" dirty="0"/>
          </a:p>
        </p:txBody>
      </p:sp>
      <p:sp>
        <p:nvSpPr>
          <p:cNvPr id="3" name="ops-0"/>
          <p:cNvSpPr/>
          <p:nvPr/>
        </p:nvSpPr>
        <p:spPr>
          <a:xfrm>
            <a:off x="548640" y="1234440"/>
            <a:ext cx="2036003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4708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1300" dirty="0"/>
          </a:p>
        </p:txBody>
      </p:sp>
      <p:sp>
        <p:nvSpPr>
          <p:cNvPr id="6" name="ops-1"/>
          <p:cNvSpPr/>
          <p:nvPr/>
        </p:nvSpPr>
        <p:spPr>
          <a:xfrm>
            <a:off x="2813243" y="1234440"/>
            <a:ext cx="2036003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96123" y="1298448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996123" y="184708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완료 조건</a:t>
            </a:r>
            <a:endParaRPr lang="en-US" sz="1300" dirty="0"/>
          </a:p>
        </p:txBody>
      </p:sp>
      <p:sp>
        <p:nvSpPr>
          <p:cNvPr id="9" name="ops-2"/>
          <p:cNvSpPr/>
          <p:nvPr/>
        </p:nvSpPr>
        <p:spPr>
          <a:xfrm>
            <a:off x="5077846" y="1234440"/>
            <a:ext cx="2036003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60726" y="1298448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260726" y="184708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증빙 파일 경로</a:t>
            </a:r>
            <a:endParaRPr lang="en-US" sz="1300" dirty="0"/>
          </a:p>
        </p:txBody>
      </p:sp>
      <p:sp>
        <p:nvSpPr>
          <p:cNvPr id="12" name="ops-3"/>
          <p:cNvSpPr/>
          <p:nvPr/>
        </p:nvSpPr>
        <p:spPr>
          <a:xfrm>
            <a:off x="7342449" y="1234440"/>
            <a:ext cx="2036003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25329" y="1298448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525329" y="184708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결정 기록</a:t>
            </a:r>
            <a:endParaRPr lang="en-US" sz="1300" dirty="0"/>
          </a:p>
        </p:txBody>
      </p:sp>
      <p:sp>
        <p:nvSpPr>
          <p:cNvPr id="15" name="ops-4"/>
          <p:cNvSpPr/>
          <p:nvPr/>
        </p:nvSpPr>
        <p:spPr>
          <a:xfrm>
            <a:off x="9607052" y="1234440"/>
            <a:ext cx="2036003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89932" y="1298448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789932" y="184708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판정 시점</a:t>
            </a:r>
            <a:endParaRPr lang="en-US" sz="1300" dirty="0"/>
          </a:p>
        </p:txBody>
      </p:sp>
      <p:pic>
        <p:nvPicPr>
          <p:cNvPr id="18" name="Image 0" descr="Plane 작업 항목 예시. 목표, 할 일 체크리스트 4개, 숫자로 쓴 완료 조건, 증빙 파일 경로, 선행 작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5687673" cy="3611880"/>
          </a:xfrm>
          <a:prstGeom prst="rect">
            <a:avLst/>
          </a:prstGeom>
        </p:spPr>
      </p:pic>
      <p:sp>
        <p:nvSpPr>
          <p:cNvPr id="19" name="plane"/>
          <p:cNvSpPr/>
          <p:nvPr/>
        </p:nvSpPr>
        <p:spPr>
          <a:xfrm>
            <a:off x="6556353" y="2514600"/>
            <a:ext cx="5086702" cy="3611880"/>
          </a:xfrm>
          <a:prstGeom prst="roundRect">
            <a:avLst>
              <a:gd name="adj" fmla="val 2025"/>
            </a:avLst>
          </a:prstGeom>
          <a:solidFill>
            <a:srgbClr val="E8F1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30673" y="2670048"/>
            <a:ext cx="45380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Plane 으로 관리하는 방법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830673" y="3108960"/>
            <a:ext cx="453806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규격을 직접 쓰고 Claude 에 지시문으로 줬다. Claude 가 회의와 결정 사항을 이 형식의 작업 항목으로 정리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스크립트가 규격을 지켰는지 검사한 뒤 Plane API 로 작업, 모듈, 사이클을 등록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일과 완료 조건은 체크리스트. “동작 확인” 대신 “리플 50 mVpp 이하” 처럼 숫자로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조건을 모두 만족해야 Done. 1인당 진행 중 작업은 3개까지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메시지에 작업 번호를 붙여 변경 이력을 작업과 연결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 노션 대신 문서 관리 화면을 직접 만든다</a:t>
            </a:r>
            <a:endParaRPr lang="en-US" sz="3000" dirty="0"/>
          </a:p>
        </p:txBody>
      </p:sp>
      <p:sp>
        <p:nvSpPr>
          <p:cNvPr id="3" name="badge-8"/>
          <p:cNvSpPr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rgbClr val="D255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441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25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규격의 한계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373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노션은 블록과 데이터베이스가 정한 틀 안에서만 화면을 만든다. 넷리스트나 부품표 같은 프로젝트 파일에서 값을 읽어 오지 못해 옮겨 적었고, 원본이 바뀌면 어긋났다</a:t>
            </a:r>
            <a:endParaRPr lang="en-US" sz="1250" dirty="0"/>
          </a:p>
        </p:txBody>
      </p:sp>
      <p:sp>
        <p:nvSpPr>
          <p:cNvPr id="7" name="badge-9"/>
          <p:cNvSpPr/>
          <p:nvPr/>
        </p:nvSpPr>
        <p:spPr>
          <a:xfrm>
            <a:off x="548640" y="2542032"/>
            <a:ext cx="411480" cy="4114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60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순서에 맞춘 화면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535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화면이 가장 효율적이다. 홈에서 오늘과 내일 할 일을 보고, IDEC 페이지에서 회로도 장마다 들어갈 부품과 남은 풋프린트를 바로 찾는다</a:t>
            </a:r>
            <a:endParaRPr lang="en-US" sz="1250" dirty="0"/>
          </a:p>
        </p:txBody>
      </p:sp>
      <p:sp>
        <p:nvSpPr>
          <p:cNvPr id="11" name="badge-10"/>
          <p:cNvSpPr/>
          <p:nvPr/>
        </p:nvSpPr>
        <p:spPr>
          <a:xfrm>
            <a:off x="548640" y="3758184"/>
            <a:ext cx="411480" cy="4114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7764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비용이 거의 사라졌다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16966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2026.10.07 하루에 노션 일정 가져오기, 휴대폰 캘린더(.ics) 내보내기, IDEC 부품 대응표 페이지를 만들었다. 구조와 규칙은 내가 정하고 구현은 Claude 로 했다</a:t>
            </a:r>
            <a:endParaRPr lang="en-US" sz="1250" dirty="0"/>
          </a:p>
        </p:txBody>
      </p:sp>
      <p:sp>
        <p:nvSpPr>
          <p:cNvPr id="15" name="badge-11"/>
          <p:cNvSpPr/>
          <p:nvPr/>
        </p:nvSpPr>
        <p:spPr>
          <a:xfrm>
            <a:off x="548640" y="4974336"/>
            <a:ext cx="411480" cy="4114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74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99262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에서만 돈다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38581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로컬 파일이고 페이지는 외부로 요청을 보내지 않는다. 서버도 계정도 없다. 더블클릭하면 열린다</a:t>
            </a:r>
            <a:endParaRPr lang="en-US" sz="1250" dirty="0"/>
          </a:p>
        </p:txBody>
      </p:sp>
      <p:pic>
        <p:nvPicPr>
          <p:cNvPr id="19" name="Image 0" descr="직접 만든 캘린더 페이지. 수업 3과목과 IDEC 일정을 월 단위로 보여 준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371600"/>
            <a:ext cx="5287975" cy="2786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355080" y="4231392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페이지 (제출본). 수업 3과목과 IDEC 일정 61건</a:t>
            </a:r>
            <a:endParaRPr lang="en-US" sz="1100" dirty="0"/>
          </a:p>
        </p:txBody>
      </p:sp>
      <p:sp>
        <p:nvSpPr>
          <p:cNvPr id="21" name="docs-token"/>
          <p:cNvSpPr/>
          <p:nvPr/>
        </p:nvSpPr>
        <p:spPr>
          <a:xfrm>
            <a:off x="6355080" y="4572000"/>
            <a:ext cx="5287975" cy="160020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29400" y="4663440"/>
            <a:ext cx="4739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토큰: 같은 일을 Claude 로 시켰을 때 (실측)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629400" y="5029200"/>
            <a:ext cx="4739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하나 추가   로컬 3번, 약 1,500자  /  노션 API 6번, 약 15,000자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일주일 일정 읽기   로컬 1번, 약 500자  /  노션 API 3번, 약 8,000자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1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혼자 쓰는 구조라 여러 사람이 함께 쓰는 데는 기존 플랫폼이 안정적이다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한계와 LG디스플레이에서 쓰는 방법</a:t>
            </a:r>
            <a:endParaRPr lang="en-US" sz="3000" dirty="0"/>
          </a:p>
        </p:txBody>
      </p:sp>
      <p:sp>
        <p:nvSpPr>
          <p:cNvPr id="3" name="limits"/>
          <p:cNvSpPr/>
          <p:nvPr/>
        </p:nvSpPr>
        <p:spPr>
          <a:xfrm>
            <a:off x="548640" y="1417320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F3F5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25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한계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7242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CH334 한 권 모드의 정규식은 주변 부품과 패키지 코드도 품번으로 잡는다. 문서별 변종 규칙(확장)에서는 이 문제가 없다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 문서 1쪽 기능 목록의 요약 값을 놓친다 (확장 평가에서 근거 4건)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배치도와 회로도는 텍스트 추출로 순서가 깨진다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기준값은 38문항에서 정했다. 새 질문 유형에서 다시 확인해야 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문서 관리는 혼자 쓰는 구조다. 여러 사람이 함께 쓰는 데는 기존 플랫폼이 안정적이다</a:t>
            </a:r>
            <a:endParaRPr lang="en-US" sz="1500" dirty="0"/>
          </a:p>
        </p:txBody>
      </p:sp>
      <p:sp>
        <p:nvSpPr>
          <p:cNvPr id="6" name="apply"/>
          <p:cNvSpPr/>
          <p:nvPr/>
        </p:nvSpPr>
        <p:spPr>
          <a:xfrm>
            <a:off x="6278728" y="1417320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E8F1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98768" y="16459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직무에서 쓰는 방법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148840"/>
            <a:ext cx="47242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변종과 리비전이 많은 부품 문서에서 적용 조건과 출처를 붙여 회로 사양을 찾는다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자료를 정리할 때도 근거 페이지가 붙은 답만 설계 검토에 쓴다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작업은 측정 가능한 완료 조건으로 쓰고, 운영 규격을 지시문으로 주어 AI 가 정리한 결과의 형식을 맞춘다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바뀌어도 평가셋과 판정 기준은 남는다. 새 모델은 같은 평가셋에 올려 정확도, 토큰, 응답 시간으로 판단한다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sheet Search">
  <a:themeElements>
    <a:clrScheme name="Datasheet Search">
      <a:dk1>
        <a:srgbClr val="1F2328"/>
      </a:dk1>
      <a:lt1>
        <a:srgbClr val="FFFFFF"/>
      </a:lt1>
      <a:dk2>
        <a:srgbClr val="17202A"/>
      </a:dk2>
      <a:lt2>
        <a:srgbClr val="F3F5F7"/>
      </a:lt2>
      <a:accent1>
        <a:srgbClr val="2A78D6"/>
      </a:accent1>
      <a:accent2>
        <a:srgbClr val="D2551F"/>
      </a:accent2>
      <a:accent3>
        <a:srgbClr val="1BAF7A"/>
      </a:accent3>
      <a:accent4>
        <a:srgbClr val="EDA100"/>
      </a:accent4>
      <a:accent5>
        <a:srgbClr val="6250D6"/>
      </a:accent5>
      <a:accent6>
        <a:srgbClr val="5B6168"/>
      </a:accent6>
      <a:hlink>
        <a:srgbClr val="2A78D6"/>
      </a:hlink>
      <a:folHlink>
        <a:srgbClr val="6250D6"/>
      </a:folHlink>
    </a:clrScheme>
    <a:fontScheme name="Datasheet Search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데이터시트 검색 도구</dc:title>
  <dc:subject>PptxGenJS Presentation</dc:subject>
  <dc:creator>PptxGenJS</dc:creator>
  <cp:lastModifiedBy>PptxGenJS</cp:lastModifiedBy>
  <cp:revision>1</cp:revision>
  <dcterms:created xsi:type="dcterms:W3CDTF">2026-10-27T05:56:22Z</dcterms:created>
  <dcterms:modified xsi:type="dcterms:W3CDTF">2026-10-27T05:56:22Z</dcterms:modified>
</cp:coreProperties>
</file>